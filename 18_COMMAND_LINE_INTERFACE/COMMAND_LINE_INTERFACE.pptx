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Command Line Interface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https://github.com/orhun/binsider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CLI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bash</a:t>
            </a:r>
          </a:p>
          <a:p>
            <a:r>
              <a:rPr sz="1400"/>
              <a:t>pip install anticloud-binsider</a:t>
            </a:r>
          </a:p>
          <a:p>
            <a:r>
              <a:rPr sz="1400"/>
              <a:t>anticloud-binsider --offline --pax-local</a:t>
            </a:r>
          </a:p>
          <a:p>
            <a:r>
              <a:rPr sz="1400"/>
              <a:t>anticloud-binsider --aioss-log ./ledger.jsonl</a:t>
            </a:r>
          </a:p>
          <a:p>
            <a:r>
              <a:rPr sz="1400"/>
              <a:t>./binsider --config config.yaml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Flag | Description |</a:t>
            </a:r>
          </a:p>
          <a:p>
            <a:r>
              <a:rPr sz="1400"/>
              <a:t>| --- | --- |</a:t>
            </a:r>
          </a:p>
          <a:p>
            <a:r>
              <a:rPr sz="1400"/>
              <a:t>| --offline | Disable all network calls |</a:t>
            </a:r>
          </a:p>
          <a:p>
            <a:r>
              <a:rPr sz="1400"/>
              <a:t>| --pax-local | Use local PAX inference at 127.0.0.1:11434 |</a:t>
            </a:r>
          </a:p>
          <a:p>
            <a:r>
              <a:rPr sz="1400"/>
              <a:t>| --aioss-log PATH | Write AIOSS audit chain to PATH |</a:t>
            </a:r>
          </a:p>
          <a:p>
            <a:r>
              <a:rPr sz="1400"/>
              <a:t>| --encrypt | Enable AES-256 at rest for output files |</a:t>
            </a:r>
          </a:p>
          <a:p>
            <a:r>
              <a:rPr sz="1400"/>
              <a:t>| --gpu | Force GPU inference |</a:t>
            </a:r>
          </a:p>
          <a:p>
            <a:r>
              <a:rPr sz="1400"/>
              <a:t>| --cpu | Force CPU inference |</a:t>
            </a:r>
          </a:p>
          <a:p>
            <a:r>
              <a:rPr sz="1400"/>
              <a:t>| --config PATH | Load configuration from YAML file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