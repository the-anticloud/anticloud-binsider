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BINSIDER | Category: LAPTOPS</a:t>
            </a:r>
          </a:p>
          <a:p>
            <a:r>
              <a:rPr sz="1400"/>
              <a:t>Upstream: https://github.com/orhun/binsider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intellectual property and rights for the Anticloud integration of BINSIDER.</a:t>
            </a:r>
          </a:p>
          <a:p>
            <a:r>
              <a:rPr sz="1400"/>
              <a:t>Binary inspector for laptops/embedded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BINSIDER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